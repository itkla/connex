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D34D41-9584-431F-9B90-58EE70020E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A07DC7D-5512-4923-BBDF-62F52F83A87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 txBox="1"/>
          <p:nvPr/>
        </p:nvSpPr>
        <p:spPr>
          <a:xfrm>
            <a:off x="720000" y="720000"/>
            <a:ext cx="648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Account review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" name="logo" descr=""/>
          <p:cNvPicPr/>
          <p:nvPr/>
        </p:nvPicPr>
        <p:blipFill>
          <a:blip r:embed="rId1"/>
          <a:stretch/>
        </p:blipFill>
        <p:spPr>
          <a:xfrm>
            <a:off x="720000" y="2160000"/>
            <a:ext cx="612000" cy="457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